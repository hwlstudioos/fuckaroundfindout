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3 parts. Where S4 landed, what we do this summer, and what S5 becomes. Six decisions to make in this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 was the recovery month. Every worry from April reversed. Resilience point: the gap week didn't dent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Annette's episodes overperform because she is this listener's proxy. This is the strategic heart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leave without a launch date. Everything else back-plans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best-ofs double as a free test bed for the funnel CTAs before Season 5 carries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steps, one page. If launch moves, everything back-plans from the new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Video-first or audio-first is a real choice. Half-video is a decision by default. If we won't fund studio, we double down on LinkedIn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Better Careers has real testimonials and both your names on it. It's buried behind a WooCommerce cart. Better Leadership becomes the named corporate product the way Better Careers is the named individual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 refresh scope and site copy fast. Summer dies by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commitment. Date in the wrap episode, question link live, then everyone goes on holiday knowing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657600"/>
            <a:ext cx="3108960" cy="310896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B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BETTER@WORK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4 → Season 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summer plan, and the bigger swing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Cathal · Annette · Harrison   |   6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4 closed on a recovery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01952" cy="2468880"/>
          </a:xfrm>
          <a:prstGeom prst="roundRect">
            <a:avLst>
              <a:gd name="adj" fmla="val 2885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Acast downloads in May, first clean full month. +31% on the old baseline.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371600"/>
            <a:ext cx="1901952" cy="2468880"/>
          </a:xfrm>
          <a:prstGeom prst="roundRect">
            <a:avLst>
              <a:gd name="adj" fmla="val 2885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6002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24912" y="242316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plays, 216 → 279. April's “broke the floor” worry reversed.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1371600"/>
            <a:ext cx="1901952" cy="2468880"/>
          </a:xfrm>
          <a:prstGeom prst="roundRect">
            <a:avLst>
              <a:gd name="adj" fmla="val 2885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6002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09744" y="242316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watch hours AND subscribers vs April. The growth channel.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57416" y="1371600"/>
            <a:ext cx="1901952" cy="2468880"/>
          </a:xfrm>
          <a:prstGeom prst="roundRect">
            <a:avLst>
              <a:gd name="adj" fmla="val 2885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6002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21.9k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894576" y="2423160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impressions, +134 followers. Newsletter relaunched in June.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kicker: </a:t>
            </a:r>
            <a:pPr indent="0" marL="0">
              <a:buNone/>
            </a:pPr>
            <a:r>
              <a:rPr lang="en-US" sz="14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held these numbers through a missing episode week. The show is resilient. Roger Martin's two-parter closed the season as the standout.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who she is. The category just left her.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246120"/>
          </a:xfrm>
          <a:prstGeom prst="roundRect">
            <a:avLst>
              <a:gd name="adj" fmla="val 1690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listener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senior woman, 45–59, in AU / UK / US.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our Spotify audience is female, 68% aged 45–59. She listens on Apple (54% of downloads). On LinkedIn, 40% of our audience are senior decision-makers at Westpac, Goldman, CommBank, Laing O'Rourke.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3246120"/>
          </a:xfrm>
          <a:prstGeom prst="roundRect">
            <a:avLst>
              <a:gd name="adj" fmla="val 1690"/>
            </a:avLst>
          </a:prstGeom>
          <a:solidFill>
            <a:srgbClr val="FBEEF2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92040" y="205740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HBR's Women at Work wrapped this year after 8 seasons. WorkLife changed hosts in April.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flagship shows just vacated the field, and nobody is deliberately programming for her. We built this audience by accident. Season 5, we own it on purpose: guest mix, topics, language. Not a rebrand. A focus.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decisions to leave this call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91056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081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007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Webb records 13 Aug. If she opens, w/c 31 Aug is the launch. Say it publicly in the wrap episode.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591056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4081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or dark feed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7007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warm: Apple is 54% of listening and it's feed-driven. Six silent weeks ≠ one missing week.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2816352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633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refresh 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art, thumbnails, and the website. Scoped today, frozen mid-Aug, or killed.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523744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816352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633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workload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9260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what: Harrison / Cathal + Annette split on the last slide.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4041648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questions go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15137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wrap episode asks for S5 questions. They need one link, today.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4041648"/>
            <a:ext cx="457200" cy="45720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funnel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15137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Careers + speaking + Better Leadership exist. S5 launches with the funnel wired 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warm, bank the season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interviews needed. The catalogue and clip engine carry the summer; new recording banks Season 5.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stays warm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195681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“Best of B@W” re-releases, fortnightly, each with a fresh 2-min cold open. All three opens recorded in one 30-min sitting.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Clips keep running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38144" y="195681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YouTube shorts per week mined from Season 4. Discovery doesn't take a holiday. Zero new filming.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+ newsletter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27064" y="195681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“what the season taught us” series, the Webb full-circle story, two Better Bits issues.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harvest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" y="355701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link, promoted everywhere. Voice notes preferred: real listener voices open Season 5.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1546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3 episodes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38144" y="355701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Neil (Comedy Store / LBS improv) in July. Caroline Webb 13 Aug, locked. Owen Cane in-studio.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31546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BEEF2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filming day, 4 outputs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27064" y="3557016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Cathal brand content + S5 trailer + Cane in-studio + refresh photography. Highest-leverage day of the summer.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episode to 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40280" y="12984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episode: break announced, return date stated, question link live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824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W/c 13 Jul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682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opens + house ads recorded (one sitting) · refresh scoped · Neil booked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029968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665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Jul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0665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414016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505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Jul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4505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Filming day: Cathal brand, trailer, Cane, photography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798064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34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28346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 2 · newsletter S5 preview mid-Aug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182112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186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Aug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40280" y="32186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Caroline Webb 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566160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6027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Aug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36027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 3 · refresh assets frozen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950208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86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W/c 24 Aug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398678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Trailer in feed · teaser shorts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334256"/>
            <a:ext cx="7818120" cy="0"/>
          </a:xfrm>
          <a:prstGeom prst="line">
            <a:avLst/>
          </a:prstGeom>
          <a:noFill/>
          <a:ln w="9525">
            <a:solidFill>
              <a:srgbClr val="E5E0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343400"/>
            <a:ext cx="8183880" cy="384048"/>
          </a:xfrm>
          <a:prstGeom prst="roundRect">
            <a:avLst>
              <a:gd name="adj" fmla="val 14286"/>
            </a:avLst>
          </a:prstGeom>
          <a:solidFill>
            <a:srgbClr val="FBEEF2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708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W/c 31 Aug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43708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5 LAUNCHES · Webb episode 1 · weekly from banked episodes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the new season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with Caroline Webb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7007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First-ever guest returns, new book, Macmillan's publicists in the thread. Free cross-promo at launch.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98448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rhythm, feed 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46320" y="17007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episodes alternating with Listener Questions, fed by the summer harvest. The LQ strand earns its slot.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23744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Two-parters for big names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Martin proved the format. Webb or Cane next. Watch length elsewhere: long episodes get sampled, not finished.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523744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In-studio, video-first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of weekly listeners now use YouTube first. Our YouTube doubled in a quarter. Cane is forcing the studio question anyway.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for her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list and topics chosen for the senior 45–59 woman. The Q2 hit list already fits: Dhar, Aarons-Mele, Zaki, Eyal, Epstein.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749040"/>
            <a:ext cx="3977640" cy="1115568"/>
          </a:xfrm>
          <a:prstGeom prst="roundRect">
            <a:avLst>
              <a:gd name="adj" fmla="val 4918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success numbers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46320" y="41513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downloads/month · +10 Spotify followers/month · 100 YouTube watch-hours/month. Nothing else.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SWING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products exist. The funnel doesn't. Yet.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~1,000 downloads/month never pays as media. It pays as a trust engine for what we already built.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1 · INDIVIDUALS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 + LinkedIn  →  episode  →  free Sum Up / career-pitch template  →  Better Bits email  →  </a:t>
            </a:r>
            <a:pPr indent="0" marL="0">
              <a:buNone/>
            </a:pPr>
            <a:r>
              <a:rPr lang="en-US" sz="125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Careers ($39)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one-tap checkout, not a cart with a currency popup.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FBEEF2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2 · ORGANISATIONS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house ad  →  rebuilt speaking page + showreel  →  discovery call  →  </a:t>
            </a:r>
            <a:pPr indent="0" marL="0">
              <a:buNone/>
            </a:pPr>
            <a:r>
              <a:rPr lang="en-US" sz="125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keynotes, workshops, Better Leadership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the money is. Our LinkedIn is already 40% senior decision-makers.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7F5FB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5020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Mechanics: </a:t>
            </a:r>
            <a:pPr indent="0" marL="0">
              <a:buNone/>
            </a:pPr>
            <a:r>
              <a:rPr lang="en-US" sz="120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 house ads produced like sponsor spots, one per episode · every Sum Up gated by email · UTM links so October answers “did the podcast sell anything” · CTAs tested free on the summer best-ofs before S5 carries them.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BREAK, DIVIDED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1EDF8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Harrison (HWL)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Repurposing engine: best-ofs, 2 shorts/week, LinkedIn, trailer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build: lead magnet, email wiring, house-ad production, checkout fix, UTM tracking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Up template + top-5 evergreen backfill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one-pager + speaking page rebuild (showreel from filming day + PwC / Nova clips)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assets frozen by mid-Aug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FBEEF2"/>
          </a:solidFill>
          <a:ln w="12700">
            <a:solidFill>
              <a:srgbClr val="DED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Cathal + Annette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18745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30-min sitting: 3 cold opens + house ads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Record: Neil (Jul), Webb (13 Aug), Cane (filming day)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Cathal: define Better Leadership on one page · speaking fee + Sep–Dec availability · 2–3 testimonials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Annette: her billing on the site and in S5 positioning. Half the show, currently invisible on the brand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2 warm corporate intros each. The funnel needs first customers, not just plumbing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52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108960"/>
            <a:ext cx="3291840" cy="3291840"/>
          </a:xfrm>
          <a:prstGeom prst="ellipse">
            <a:avLst/>
          </a:prstGeom>
          <a:solidFill>
            <a:srgbClr val="4B2E8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B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to do before Thursday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in the wrap episode: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“We're back w/c 31 August.”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return date makes every other decision real. Everything else on this deck back-plans from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Better@Work: Season 4 to Season 5</dc:title>
  <dc:subject>PptxGenJS Presentation</dc:subject>
  <dc:creator>HWL Studio</dc:creator>
  <cp:lastModifiedBy>HWL Studio</cp:lastModifiedBy>
  <cp:revision>1</cp:revision>
  <dcterms:created xsi:type="dcterms:W3CDTF">2026-07-06T09:22:21Z</dcterms:created>
  <dcterms:modified xsi:type="dcterms:W3CDTF">2026-07-06T09:22:21Z</dcterms:modified>
</cp:coreProperties>
</file>