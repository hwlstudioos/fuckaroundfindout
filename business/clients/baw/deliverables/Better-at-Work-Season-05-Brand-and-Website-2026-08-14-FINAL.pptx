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
- https://better-at-work-frontier.vercel.app/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https://better-at-work-frontier.vercel.app/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https://better-at-work-frontier.vercel.app/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https://www.figma.com/design/OMTB8YIiNcQ91Ljpzpmn2r
- https://better-at-work-frontier.vercel.app/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rrison/HWL META/tmp/baw-presentation-X6KiQH/final-render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Harrison Living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 at Work, Season 05 Brand and Website</dc:title>
  <dc:subject>Better at Work Season 05 brand system and website</dc:subject>
  <dc:creator>Harrison Living</dc:creator>
  <cp:lastModifiedBy>Harrison Living</cp:lastModifiedBy>
  <cp:revision>1</cp:revision>
  <dcterms:created xsi:type="dcterms:W3CDTF">2026-08-14T13:11:12Z</dcterms:created>
  <dcterms:modified xsi:type="dcterms:W3CDTF">2026-08-14T13:11:12Z</dcterms:modified>
</cp:coreProperties>
</file>